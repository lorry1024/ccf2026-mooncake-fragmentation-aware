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f5d9891bf4f37" /><Relationship Type="http://schemas.openxmlformats.org/officeDocument/2006/relationships/extended-properties" Target="/docProps/app.xml" Id="R0fabc4c4b46b417a" /><Relationship Type="http://schemas.openxmlformats.org/officeDocument/2006/relationships/officeDocument" Target="/ppt/presentation.xml" Id="R43e3d5888306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c0d271a6a45f3"/>
  </p:sldMasterIdLst>
  <p:notesMasterIdLst>
    <p:notesMasterId xmlns:r="http://schemas.openxmlformats.org/officeDocument/2006/relationships" r:id="R4cf7f7d142e34c4c"/>
  </p:notesMasterIdLst>
  <p:sldIdLst>
    <p:sldId xmlns:r="http://schemas.openxmlformats.org/officeDocument/2006/relationships" id="256" r:id="R7915242fa4784e62"/>
    <p:sldId xmlns:r="http://schemas.openxmlformats.org/officeDocument/2006/relationships" id="257" r:id="R54ac265f337149f9"/>
    <p:sldId xmlns:r="http://schemas.openxmlformats.org/officeDocument/2006/relationships" id="258" r:id="Rb533ec0ca3294172"/>
    <p:sldId xmlns:r="http://schemas.openxmlformats.org/officeDocument/2006/relationships" id="259" r:id="Rf300aabe89ed4736"/>
    <p:sldId xmlns:r="http://schemas.openxmlformats.org/officeDocument/2006/relationships" id="260" r:id="R1bc1587938ad480d"/>
    <p:sldId xmlns:r="http://schemas.openxmlformats.org/officeDocument/2006/relationships" id="261" r:id="Rb1d1b792d72a4f11"/>
    <p:sldId xmlns:r="http://schemas.openxmlformats.org/officeDocument/2006/relationships" id="262" r:id="R1ad909cb689d4c45"/>
    <p:sldId xmlns:r="http://schemas.openxmlformats.org/officeDocument/2006/relationships" id="263" r:id="R3c9de01d0d0c42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0d5172dcf42c6" /><Relationship Type="http://schemas.openxmlformats.org/officeDocument/2006/relationships/slideMaster" Target="/ppt/slideMasters/slideMaster1.xml" Id="Rf15c0d271a6a45f3" /><Relationship Type="http://schemas.openxmlformats.org/officeDocument/2006/relationships/notesMaster" Target="/ppt/notesMasters/notesMaster1.xml" Id="R4cf7f7d142e34c4c" /><Relationship Type="http://schemas.openxmlformats.org/officeDocument/2006/relationships/presProps" Target="/ppt/presProps.xml" Id="R6e13d14702d0465e" /><Relationship Type="http://schemas.openxmlformats.org/officeDocument/2006/relationships/tableStyles" Target="/ppt/tableStyles.xml" Id="R09b72330abb84df1" /><Relationship Type="http://schemas.openxmlformats.org/officeDocument/2006/relationships/slide" Target="/ppt/slides/slide1.xml" Id="R7915242fa4784e62" /><Relationship Type="http://schemas.openxmlformats.org/officeDocument/2006/relationships/slide" Target="/ppt/slides/slide2.xml" Id="R54ac265f337149f9" /><Relationship Type="http://schemas.openxmlformats.org/officeDocument/2006/relationships/slide" Target="/ppt/slides/slide3.xml" Id="Rb533ec0ca3294172" /><Relationship Type="http://schemas.openxmlformats.org/officeDocument/2006/relationships/slide" Target="/ppt/slides/slide4.xml" Id="Rf300aabe89ed4736" /><Relationship Type="http://schemas.openxmlformats.org/officeDocument/2006/relationships/slide" Target="/ppt/slides/slide5.xml" Id="R1bc1587938ad480d" /><Relationship Type="http://schemas.openxmlformats.org/officeDocument/2006/relationships/slide" Target="/ppt/slides/slide6.xml" Id="Rb1d1b792d72a4f11" /><Relationship Type="http://schemas.openxmlformats.org/officeDocument/2006/relationships/slide" Target="/ppt/slides/slide7.xml" Id="R1ad909cb689d4c45" /><Relationship Type="http://schemas.openxmlformats.org/officeDocument/2006/relationships/slide" Target="/ppt/slides/slide8.xml" Id="R3c9de01d0d0c42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76f81bc2a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f0db594afd4373" /><Relationship Type="http://schemas.openxmlformats.org/officeDocument/2006/relationships/notesMaster" Target="/ppt/notesMasters/notesMaster1.xml" Id="R96bb96e6b24b45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05f6c051b43c8" /><Relationship Type="http://schemas.openxmlformats.org/officeDocument/2006/relationships/notesMaster" Target="/ppt/notesMasters/notesMaster1.xml" Id="R8c0912675198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8480ebb14e4a2b" /><Relationship Type="http://schemas.openxmlformats.org/officeDocument/2006/relationships/notesMaster" Target="/ppt/notesMasters/notesMaster1.xml" Id="R79b30e2e59754a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b981fa3a6488e" /><Relationship Type="http://schemas.openxmlformats.org/officeDocument/2006/relationships/notesMaster" Target="/ppt/notesMasters/notesMaster1.xml" Id="Ra5dcce530b814f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d4ac526284ad9" /><Relationship Type="http://schemas.openxmlformats.org/officeDocument/2006/relationships/notesMaster" Target="/ppt/notesMasters/notesMaster1.xml" Id="R894c14a455ed4b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4a9ddaccb41b2" /><Relationship Type="http://schemas.openxmlformats.org/officeDocument/2006/relationships/notesMaster" Target="/ppt/notesMasters/notesMaster1.xml" Id="R60bbf72f4f3c41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e360c99a304e64" /><Relationship Type="http://schemas.openxmlformats.org/officeDocument/2006/relationships/notesMaster" Target="/ppt/notesMasters/notesMaster1.xml" Id="R15410398189d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2b0b85c57e41b6" /><Relationship Type="http://schemas.openxmlformats.org/officeDocument/2006/relationships/notesMaster" Target="/ppt/notesMasters/notesMaster1.xml" Id="Rb200ab9aa7e74e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5f789f23c4f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4efa38ec374dfb" /><Relationship Type="http://schemas.openxmlformats.org/officeDocument/2006/relationships/slideLayout" Target="/ppt/slideLayouts/slideLayout1.xml" Id="R88e94fab70f646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e94fab70f646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db22fd93e4285" /><Relationship Type="http://schemas.openxmlformats.org/officeDocument/2006/relationships/notesSlide" Target="/ppt/notesSlides/notesSlide1.xml" Id="R4e15bb26e73342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6dc8cbdaf41ea" /><Relationship Type="http://schemas.openxmlformats.org/officeDocument/2006/relationships/notesSlide" Target="/ppt/notesSlides/notesSlide2.xml" Id="Re2eb2f5e625c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d64daaa574713" /><Relationship Type="http://schemas.openxmlformats.org/officeDocument/2006/relationships/notesSlide" Target="/ppt/notesSlides/notesSlide3.xml" Id="Rc75fb3e476fa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048bd7dc49a6" /><Relationship Type="http://schemas.openxmlformats.org/officeDocument/2006/relationships/notesSlide" Target="/ppt/notesSlides/notesSlide4.xml" Id="R66630b8c0b99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edd9b476944ef" /><Relationship Type="http://schemas.openxmlformats.org/officeDocument/2006/relationships/notesSlide" Target="/ppt/notesSlides/notesSlide5.xml" Id="R863b51c15f9a43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aa42a66744fac" /><Relationship Type="http://schemas.openxmlformats.org/officeDocument/2006/relationships/notesSlide" Target="/ppt/notesSlides/notesSlide6.xml" Id="Rba75a6e685ca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62714c0b24e28" /><Relationship Type="http://schemas.openxmlformats.org/officeDocument/2006/relationships/notesSlide" Target="/ppt/notesSlides/notesSlide7.xml" Id="R60a2700576a4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6df165964ef1" /><Relationship Type="http://schemas.openxmlformats.org/officeDocument/2006/relationships/notesSlide" Target="/ppt/notesSlides/notesSlide8.xml" Id="Ra9087ad47a7f42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1EAD9-31DD-4199-A674-B78358B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BE43-F5E6-434A-A502-9D306CF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Mooncake Store碎片感知优化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3297F-BE9C-4644-930D-24A3318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面向混合尺寸KVCache对象的请求相关segment选择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D6EB-4234-4198-AE5A-CA9CE26F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371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7059-FF24-46A0-B038-5C4C034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赛题2 · Store吞吐性能与可扩展性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BDB59-828D-4727-8FC1-A86DF58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2838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475C-C1A5-45FD-8D88-2604268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810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 #2797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739A9-11D6-41A0-94C9-F66840AE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26项通过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1项跳过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1D6C-F8B4-44DA-B46A-240BE78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B7723-F7A6-4F08-88A6-40F46C7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4786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82611-0CBB-422B-9AA6-126080A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DE3DF-1BB5-4286-B119-CE1FF603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总空闲很多，不代表当前大对象能够落地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65B1D-4D30-4FE0-B1A4-4F671C78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961A-2B6B-4382-B7AF-1F13594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49F80-3198-4B6C-BD4E-7E35731B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混合尺寸KVCache反复分配与释放，逐步产生不连续空闲区。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7E866-104A-4971-8C68-273DBE3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363E-BFBE-4E94-B2F3-139EAEFC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free_ratio_first只看总空闲比例，可能优先选择无法连续容纳请求的segment。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2396F-3F26-466B-9AD5-B9FF712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96C34-D51B-4685-8D2D-7B766B3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错误首选会触发allocator失败和fallback，并在高并发下放大额外路径开销。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474DF-362F-4F78-8A35-3A43C04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93010-9020-4447-BF63-B44698E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2027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BA914-DCD6-436D-A4BC-F850647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7B0CD-5B64-43E3-B6B8-966544A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先判断能否容纳，再在可用候选中平衡空间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FA03-1C64-404C-94B8-55C5373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33249-DF88-4CA1-9E62-FEF8542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1F34D-2770-4B9E-B51D-C40346D0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free_ratio_first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C99F-1D80-4C43-97FC-358087D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按总空闲比例排序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0933B-4064-43E9-908F-8D6ECE4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无法区分“容量总量足够”和“最大连续区足够”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35BF-E072-4F59-BB61-4365F95F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50142-CAE9-4F0B-9199-F3C4990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6DD32-59E2-4475-87B8-EF449CF3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can_fit优先，score用于同类候选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A77AF-20C2-4EE2-AF77-AD210AE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沿用bounded sampling、preferred/excluded和fallback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5CD2-1323-4A46-8FD8-10D351ED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14DBA-BFCA-4497-AB9F-577B887A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8784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B5477-11ED-4A89-B104-C3A1CA87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B4E1-0FB4-4C83-8231-832D060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9个文件完成策略、配置、测试与文档闭环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FF7B-4A80-42F2-85FD-34AE084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4D135-3C4A-4947-A1BA-37E9543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E72DA-1542-428D-8F3B-ED5832E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策略类型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A003C-0EED-4F08-9F1B-44CF3B25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新增FRAGMENTATION_AWARE枚举与工厂分支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BC1D6-37CB-4180-9D65-55E4921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3FE93-5875-4EB6-AEE1-CE84157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启动配置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1BFA7-2538-4795-8D24-BB58446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--allocation_strategy=fragmentation_aware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3A334-3F49-4B9D-8B2B-25C0D85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99228-3246-44F5-8AF3-3FD3DAD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核心排序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BDFB4-5004-4ABD-B043-E48F47A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can_fit → score → largest region → stable tie-break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D1E8B-D20A-4591-9D3D-0663A71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FDDFD-C309-48DE-BC50-2416875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正确性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020EE-8908-4504-88F7-34C15D1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覆盖碎片反例、preferred语义与多副本去重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15573-0A63-489E-B66A-E6A5DFB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B1AAB-80FF-4FEC-9A7D-C1FD00C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工程化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6131C-1063-45D7-B910-ED325A06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接入benchmark、设计文档、部署文档和CI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F892F-4292-4D1F-A700-85F9714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49357-5173-43A1-9C67-5636176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2066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63E68-4E35-418B-B62B-6FEF521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4E9F0-7C77-4115-BE2F-B5A4C82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相同候选规模下，错误首选与fallback被消除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1E85F-625E-484A-8CA3-4FABB984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05ED-1DE4-47F7-A5DE-90472B41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72DE0-DD45-4BB9-906C-00DDF6E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0/6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886F-6E9F-4BB3-9061-FEBA998C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基线首选可直接容纳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16C70-20DA-472A-ACAA-C9297C0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D9817-91DB-4DB1-A8C0-D915917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6/6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7E74-7D01-44E2-B015-35F14FD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新策略首选可直接容纳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1478-7ED9-4205-8E70-0B232FD0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1215F-3DAD-413F-ACA8-7967FD3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11 →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52211-802B-45F9-B65E-F5FC640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fallback尝试次数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B8F9D-8300-4B19-802B-C8C754B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E803B-C579-496C-AF81-451D4CA6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5.00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35A60-AD9C-4A97-AA77-AB4D93D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平均候选segment数量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6BF07-A24B-4005-ABB2-BB15276A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最终可容纳均为6/6；收益来自排序信号变化。新增决策开销约17.93ns。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ECB82-ACDF-4CE0-AED7-C0B880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B5E0E-5B95-4455-8B7F-9DFBF31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981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BB1FF-A162-46A4-98E5-EAD9167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1C856-03EC-48F3-9B48-F47450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上游PR与完整CI证明代码具备工程可审查性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DA6B4-2F8F-4343-BB4C-6F00772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9B3B8-F438-45D2-865C-4E2E098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2FBDB-7F57-4B10-BC57-0794A35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Draft PR #2797公开展示完整代码差异与4次提交历史。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6D06-F551-432B-8656-42BAA11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3F306-6372-4AF5-B7E6-FCB3E4F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GitHub Actions最终结果：26项检查成功，1项按条件跳过。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33AC8-9235-4884-A434-D4637BCF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49BB6-AC18-40F2-90D4-17C5F50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代码格式、Linux构建、文档构建和相关测试均通过。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1899A-B962-4892-B7C1-123F9135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A976C-747A-4BC6-82A9-29FFC99E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比赛仓库同步提供patch、报告、PPT、复现源码、日志和SHA-256。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D5241-A697-41B0-B1CD-BE774A5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1EE9D-8390-4FB9-9BEC-D36E6F2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3477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FD46A-0F40-4837-95B9-93800A3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48A1-69D1-477F-8CB5-243C72C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成果直接覆盖赛题2的核心评分维度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E95F5-04A9-4BB6-8756-91F9A7B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2DA7-9D7A-4D5B-B8EC-B3B66693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13B55-6F6F-492B-A137-181F277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技术完整性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634F1-E8A9-4BFC-9A40-2B418C8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真实Store路径接入策略、配置、测试、benchmark和文档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0C36-EACE-43EA-8D7F-95D7051B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A767A-EC7C-46A3-9B12-F7D4741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场景适配性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9D4D-41CF-4F5F-914D-D05AAFD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针对混合尺寸KVCache与长期运行碎片化segment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5BC55-D195-4098-AC52-63D0C541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1473-3516-44F3-9190-36C3D58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创新性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0DB2-52E7-4E5A-A10B-C9FFF631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请求相关can_fit + 连续性评分，避免总空闲误判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17E93-09F1-4E9F-968D-3E353050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208FD-9562-450C-AEB8-42BF641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边界与扩展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0CACD-CA0B-43CD-B59D-DD5F83B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不外推RDMA/HiCache端到端吞吐；接口已为实测准备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8E871-29E1-42FA-8F15-AE79D3E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604E4-7906-4C90-8A61-D44F6567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0338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0069-C1C3-40D4-A7CF-84B37502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C3790-E062-4C13-9700-D6E13F0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项目已经形成可提交、可复现、可评审闭环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0CA00-1A8F-46FA-8634-7277C2B6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A2B12-44D6-4771-AD43-5BC410BD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代码证据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05B4A-92D2-4AF6-9EA4-2372DB5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上游PR #2797 + Lorry1024/Mooncake开发分支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51B9B-F8E4-4728-85E3-FE999AB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材料证据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719ED-BF3A-49AF-BE58-F53F2D5E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公开比赛仓库 + 技术报告 + 复现日志 + 最终压缩包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3DD7-A2B2-4ADA-9506-6CC990E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DB5D-8A4E-4099-A7B5-68E4C9D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核心结论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EB02C-B12C-40AA-9E56-D8EC9C8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在不改变Mooncake默认行为的前提下，碎片感知排序让大对象优先尝试真正具有足够连续空间的segment。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F65BD-FEBF-4DC6-BF75-0628E80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C8FF5-2F75-4EC7-91B7-822FA23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7678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2026-07-10T11:18:18.3640000Z</dcterms:created>
  <dcterms:modified xsi:type="dcterms:W3CDTF">2026-07-10T11:18:18.3640000Z</dcterms:modified>
</coreProperties>
</file>